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1094415" cy="6350"/>
          </a:xfrm>
          <a:prstGeom prst="rect">
            <a:avLst/>
          </a:prstGeom>
          <a:solidFill>
            <a:srgbClr val="D6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794"/>
                </a:solidFill>
                <a:latin typeface="Consolas"/>
              </a:rPr>
              <a:t>CASTRO GROUP · NEXA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92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9794"/>
                </a:solidFill>
                <a:latin typeface="Consolas"/>
              </a:rPr>
              <a:t>01 /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C6964"/>
                </a:solidFill>
                <a:latin typeface="Consolas"/>
              </a:rPr>
              <a:t>—  1.ª EDIÇÃO  ·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2D2D2C"/>
                </a:solidFill>
                <a:latin typeface="Montserrat"/>
              </a:rPr>
              <a:t>Relatório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2D2D2C"/>
                </a:solidFill>
                <a:latin typeface="Montserrat"/>
              </a:rPr>
              <a:t>Sustentabilidade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0" b="0" i="0">
                <a:solidFill>
                  <a:srgbClr val="6C6964"/>
                </a:solidFill>
                <a:latin typeface="Montserrat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794"/>
                </a:solidFill>
                <a:latin typeface="Consolas"/>
              </a:rPr>
              <a:t>PUBLICADO POR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480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D2D2C"/>
                </a:solidFill>
                <a:latin typeface="Montserrat"/>
              </a:rPr>
              <a:t>Castro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9560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C6964"/>
                </a:solidFill>
                <a:latin typeface="Montserrat"/>
              </a:rPr>
              <a:t>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2852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D2D2C"/>
                </a:solidFill>
                <a:latin typeface="Montserrat"/>
              </a:rPr>
              <a:t>NEXA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63640"/>
            <a:ext cx="11094415" cy="6350"/>
          </a:xfrm>
          <a:prstGeom prst="rect">
            <a:avLst/>
          </a:prstGeom>
          <a:solidFill>
            <a:srgbClr val="D6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794"/>
                </a:solidFill>
                <a:latin typeface="Consolas"/>
              </a:rPr>
              <a:t>SGOIC · LISBOA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6355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9794"/>
                </a:solidFill>
                <a:latin typeface="Consolas"/>
              </a:rPr>
              <a:t>DOCUMENTO INSTITUCIONAL · CONFIDENCIAL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508760"/>
            <a:ext cx="548640" cy="25400"/>
          </a:xfrm>
          <a:prstGeom prst="rect">
            <a:avLst/>
          </a:prstGeom>
          <a:solidFill>
            <a:srgbClr val="B8A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